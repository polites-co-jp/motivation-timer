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セッション数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月</c:v>
                  </c:pt>
                  <c:pt idx="1">
                    <c:v>火</c:v>
                  </c:pt>
                  <c:pt idx="2">
                    <c:v>水</c:v>
                  </c:pt>
                  <c:pt idx="3">
                    <c:v>木</c:v>
                  </c:pt>
                  <c:pt idx="4">
                    <c:v>金</c:v>
                  </c:pt>
                  <c:pt idx="5">
                    <c:v>土</c:v>
                  </c:pt>
                  <c:pt idx="6">
                    <c:v>日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  <c:pt idx="5">
                  <c:v>2</c:v>
                </c:pt>
                <c:pt idx="6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やる気タイマー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Motivation Timer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集中力を高めるポモドーロタイマーアプリケーション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アプリケーション概要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846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やる気タイマーとは？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ポモドーロ・テクニックに基づいた集中支援Webアプリです。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25分の作業と5分の休憩を繰り返し、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モチベーションメッセージと音声フィードバックで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ユーザーの集中力を持続させます。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097280"/>
            <a:ext cx="2926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19786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1115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ポモドーロ方式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13898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25分作業 + 5分休憩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783080"/>
            <a:ext cx="2926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8366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0" y="1801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モチベーション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0" y="20756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励ましメッセージ表示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760720" y="2468880"/>
            <a:ext cx="2926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56946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487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進捗トラッキング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0" y="2761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セッション履歴を記録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3383280"/>
            <a:ext cx="804672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91440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基本サイクル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4400" y="3840480"/>
            <a:ext cx="822960" cy="685800"/>
          </a:xfrm>
          <a:prstGeom prst="roundRect">
            <a:avLst>
              <a:gd name="adj" fmla="val 10667"/>
            </a:avLst>
          </a:prstGeom>
          <a:solidFill>
            <a:srgbClr val="F59E0B"/>
          </a:solidFill>
          <a:ln/>
        </p:spPr>
      </p:sp>
      <p:sp>
        <p:nvSpPr>
          <p:cNvPr id="23" name="Text 18"/>
          <p:cNvSpPr/>
          <p:nvPr/>
        </p:nvSpPr>
        <p:spPr>
          <a:xfrm>
            <a:off x="914400" y="38404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737360" y="384048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2011680" y="384048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0891B2"/>
          </a:solidFill>
          <a:ln/>
        </p:spPr>
      </p:sp>
      <p:sp>
        <p:nvSpPr>
          <p:cNvPr id="26" name="Text 21"/>
          <p:cNvSpPr/>
          <p:nvPr/>
        </p:nvSpPr>
        <p:spPr>
          <a:xfrm>
            <a:off x="2011680" y="38404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カウントダウン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3...2...1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200400" y="384048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3474720" y="384048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EC4899"/>
          </a:solidFill>
          <a:ln/>
        </p:spPr>
      </p:sp>
      <p:sp>
        <p:nvSpPr>
          <p:cNvPr id="29" name="Text 24"/>
          <p:cNvSpPr/>
          <p:nvPr/>
        </p:nvSpPr>
        <p:spPr>
          <a:xfrm>
            <a:off x="3474720" y="38404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やる気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メッセージ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663440" y="384048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4937760" y="384048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/>
        </p:spPr>
      </p:sp>
      <p:sp>
        <p:nvSpPr>
          <p:cNvPr id="32" name="Text 27"/>
          <p:cNvSpPr/>
          <p:nvPr/>
        </p:nvSpPr>
        <p:spPr>
          <a:xfrm>
            <a:off x="4937760" y="38404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25分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5943600" y="384048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6217920" y="384048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059669"/>
          </a:solidFill>
          <a:ln/>
        </p:spPr>
      </p:sp>
      <p:sp>
        <p:nvSpPr>
          <p:cNvPr id="35" name="Text 30"/>
          <p:cNvSpPr/>
          <p:nvPr/>
        </p:nvSpPr>
        <p:spPr>
          <a:xfrm>
            <a:off x="6217920" y="38404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休憩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7223760" y="384048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Shape 32"/>
          <p:cNvSpPr/>
          <p:nvPr/>
        </p:nvSpPr>
        <p:spPr>
          <a:xfrm>
            <a:off x="7498080" y="384048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59E0B"/>
          </a:solidFill>
          <a:ln/>
        </p:spPr>
      </p:sp>
      <p:sp>
        <p:nvSpPr>
          <p:cNvPr id="38" name="Text 33"/>
          <p:cNvSpPr/>
          <p:nvPr/>
        </p:nvSpPr>
        <p:spPr>
          <a:xfrm>
            <a:off x="7498080" y="38404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繰り返し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365760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3487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高精度タイマー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1783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requestAnimationFrame による正確な計測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ブラウザタブ切替にも影響なし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目標終了時刻ベースの計算方式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2801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3487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サウンドフィードバック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120640" y="1783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 でリアルタイム生成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カウントダウンビープ音（880Hz）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セッション完了チャイム（和音）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2004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268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モチベーション機能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3703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10種類の励ましメッセージ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セッション開始時にランダム表示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フェードイン・アウト アニメーション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320040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32689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進捗管理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120640" y="3703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セッション数・サイクル数の記録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累計作業時間の集計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直近7日間のデイリー統計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技術スタック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606040" cy="6400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0665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UIフレームワーク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233172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26151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型安全な開発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2960" y="288036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3163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高速ビルドツール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" y="342900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474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3712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スコープ付きスタイル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22960" y="397764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023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" y="42611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音声合成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474720" y="1051560"/>
            <a:ext cx="2606040" cy="6400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14300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6908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3474720" y="169164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365760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657600" y="20665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ランタイム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657600" y="233172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5760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3657600" y="26151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APIフレームワーク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657600" y="288036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57600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657600" y="3163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型安全な開発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3657600" y="342900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657600" y="3474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3657600" y="3712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657600" y="397764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4023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3657600" y="42611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パスワードハッシュ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6309360" y="1051560"/>
            <a:ext cx="2606040" cy="640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43000"/>
            <a:ext cx="411480" cy="41148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90372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43" name="Shape 38"/>
          <p:cNvSpPr/>
          <p:nvPr/>
        </p:nvSpPr>
        <p:spPr>
          <a:xfrm>
            <a:off x="6309360" y="169164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39"/>
          <p:cNvSpPr/>
          <p:nvPr/>
        </p:nvSpPr>
        <p:spPr>
          <a:xfrm>
            <a:off x="649224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6492240" y="20665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コンテナ管理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492240" y="233172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49224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6492240" y="26151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リバースプロキシ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6492240" y="288036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492240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1200" dirty="0"/>
          </a:p>
        </p:txBody>
      </p:sp>
      <p:sp>
        <p:nvSpPr>
          <p:cNvPr id="51" name="Text 46"/>
          <p:cNvSpPr/>
          <p:nvPr/>
        </p:nvSpPr>
        <p:spPr>
          <a:xfrm>
            <a:off x="6492240" y="3163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最適化ビルド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6492240" y="342900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492240" y="3474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Linux</a:t>
            </a:r>
            <a:endParaRPr lang="en-US" sz="1200" dirty="0"/>
          </a:p>
        </p:txBody>
      </p:sp>
      <p:sp>
        <p:nvSpPr>
          <p:cNvPr id="54" name="Text 49"/>
          <p:cNvSpPr/>
          <p:nvPr/>
        </p:nvSpPr>
        <p:spPr>
          <a:xfrm>
            <a:off x="6492240" y="3712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軽量コンテナ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6492240" y="397764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492240" y="4023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200" dirty="0"/>
          </a:p>
        </p:txBody>
      </p:sp>
      <p:sp>
        <p:nvSpPr>
          <p:cNvPr id="57" name="Text 52"/>
          <p:cNvSpPr/>
          <p:nvPr/>
        </p:nvSpPr>
        <p:spPr>
          <a:xfrm>
            <a:off x="6492240" y="42611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死活監視</a:t>
            </a:r>
            <a:endParaRPr lang="en-US" sz="1000" dirty="0"/>
          </a:p>
        </p:txBody>
      </p:sp>
      <p:sp>
        <p:nvSpPr>
          <p:cNvPr id="58" name="Text 53"/>
          <p:cNvSpPr/>
          <p:nvPr/>
        </p:nvSpPr>
        <p:spPr>
          <a:xfrm>
            <a:off x="365760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システムアーキテクチャ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468880" cy="3200400"/>
          </a:xfrm>
          <a:prstGeom prst="rect">
            <a:avLst/>
          </a:prstGeom>
          <a:solidFill>
            <a:srgbClr val="0891B2">
              <a:alpha val="1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246888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49808" y="196596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659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(状態管理)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246888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46888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CircularProgress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(タイマーUI)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9808" y="297180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97180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useTimer Hook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(RAF精密計測)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49808" y="347472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7472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useAudio Hook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(音声合成)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49808" y="397764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9776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(認証状態)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83280" y="1280160"/>
            <a:ext cx="2468880" cy="3200400"/>
          </a:xfrm>
          <a:prstGeom prst="rect">
            <a:avLst/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1280160"/>
            <a:ext cx="246888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83280" y="15727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+ Node.js 22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93008" y="196596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19659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(Express)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93008" y="246888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246888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(認証)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93008" y="297180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97180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/api/sessions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(記録)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93008" y="347472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347472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(統計)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93008" y="397764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39776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CORS対応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(セキュリティ)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1280160"/>
            <a:ext cx="2468880" cy="3200400"/>
          </a:xfrm>
          <a:prstGeom prst="rect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1280160"/>
            <a:ext cx="246888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26480" y="15727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36208" y="196596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19659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テーブル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(ユーザー情報)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36208" y="246888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246888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session_logs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(セッション履歴)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36208" y="297180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297180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UUID主キー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(一意識別)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36208" y="347472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347472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インデックス最適化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(高速検索)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36208" y="3977640"/>
            <a:ext cx="2249424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39776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CASCADE削除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(整合性保持)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88036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 →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2356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SQL →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4572000"/>
            <a:ext cx="8229600" cy="27432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で統合管理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ユーザー体験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914400" cy="91440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待機中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スタートボタン表示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ロングブレーク設定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カウントダウン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3→2→1 オーバーレイ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ビープ音フィードバック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11887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51960" y="1188720"/>
            <a:ext cx="914400" cy="914400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5196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メッセージ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7764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励ましメッセージ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フェード表示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1887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89320" y="1188720"/>
            <a:ext cx="914400" cy="91440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8932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作業中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25分タイマー表示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青いグラデーション背景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11887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26680" y="1188720"/>
            <a:ext cx="914400" cy="91440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2668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休憩中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5236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5分（or 25分）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緑のグラデーション背景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ビジュアルデザイン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352044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520440"/>
            <a:ext cx="26060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アニメーション背景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3931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フェーズに応じた色変化 + CSS揺らぎアニメーション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352044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0" y="3520440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円形プログレス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11880" y="3931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SVGベースの残時間インジケーター + MM:SS表示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352044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3520440"/>
            <a:ext cx="26060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セッションドット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46520" y="3931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○ ○ 形式でサイクル進捗を視覚化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認証 &amp; マイページ機能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393192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ユーザー認証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1828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メールアドレス + パスワードで登録・ログイン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によるセキュアなパスワード保存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によるセッション維持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ログインなしでもタイマー機能は利用可能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エンドポイント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520440"/>
          <a:ext cx="3474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エンドポイント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機能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/api/auth/register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ユーザー登録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/api/auth/login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ログイン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/api/sessions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セッション記録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/api/users/:id/stats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統計取得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846320" y="109728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46320" y="1097280"/>
            <a:ext cx="3840480" cy="4572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258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マイページ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029200" y="1874520"/>
            <a:ext cx="10515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29200" y="19202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5029200" y="233172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029200" y="25603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累計セッション数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6217920" y="1874520"/>
            <a:ext cx="10515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17920" y="19202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6217920" y="233172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217920" y="25603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累計サイクル数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7406640" y="1874520"/>
            <a:ext cx="10515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06640" y="19202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7406640" y="233172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406640" y="25603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総作業時間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02920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直近7日間のデイリー統計</a:t>
            </a:r>
            <a:endParaRPr lang="en-US" sz="1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029200" y="3383280"/>
          <a:ext cx="347472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3"/>
          <p:cNvSpPr/>
          <p:nvPr/>
        </p:nvSpPr>
        <p:spPr>
          <a:xfrm>
            <a:off x="365760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まとめ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31520" y="2286000"/>
            <a:ext cx="246888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42316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063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ポモドーロ方式で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集中力を最大化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74720" y="2286000"/>
            <a:ext cx="246888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42316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66160" y="3063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励ましメッセージで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モチベーション維持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217920" y="2286000"/>
            <a:ext cx="246888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42316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09360" y="3063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モダンな技術スタックで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高品質な体験を提供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やる気を、カタチに。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365760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やる気タイマー - アプリケーション紹介</dc:title>
  <dc:subject>PptxGenJS Presentation</dc:subject>
  <dc:creator>Motivation Timer Team</dc:creator>
  <cp:lastModifiedBy>Motivation Timer Team</cp:lastModifiedBy>
  <cp:revision>1</cp:revision>
  <dcterms:created xsi:type="dcterms:W3CDTF">2026-03-16T10:39:47Z</dcterms:created>
  <dcterms:modified xsi:type="dcterms:W3CDTF">2026-03-16T10:39:47Z</dcterms:modified>
</cp:coreProperties>
</file>